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CB16F2-38D1-C628-B124-8F0C006F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7622"/>
            <a:ext cx="12192000" cy="310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br>
              <a:rPr lang="en-US" i="1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en-US" i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Face</a:t>
            </a:r>
            <a:endParaRPr lang="en-BE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r>
              <a:rPr lang="nl-BE" dirty="0"/>
              <a:t>2 soorten </a:t>
            </a:r>
            <a:r>
              <a:rPr lang="nl-BE" dirty="0" err="1"/>
              <a:t>wander</a:t>
            </a:r>
            <a:r>
              <a:rPr lang="nl-BE" dirty="0"/>
              <a:t>:</a:t>
            </a:r>
            <a:br>
              <a:rPr lang="nl-BE" dirty="0"/>
            </a:br>
            <a:r>
              <a:rPr lang="nl-BE" dirty="0"/>
              <a:t>- Dicht bij </a:t>
            </a:r>
            <a:r>
              <a:rPr lang="nl-BE" dirty="0" err="1"/>
              <a:t>village</a:t>
            </a:r>
            <a:r>
              <a:rPr lang="nl-BE" dirty="0"/>
              <a:t>? -&gt; korte draaihoek</a:t>
            </a:r>
            <a:br>
              <a:rPr lang="nl-BE" dirty="0"/>
            </a:br>
            <a:r>
              <a:rPr lang="nl-BE" dirty="0"/>
              <a:t>- Ver </a:t>
            </a:r>
            <a:r>
              <a:rPr lang="nl-BE" dirty="0" err="1"/>
              <a:t>village</a:t>
            </a:r>
            <a:r>
              <a:rPr lang="nl-BE" dirty="0"/>
              <a:t>? -&gt; verder wandelen voor je van richting veranderd</a:t>
            </a:r>
          </a:p>
          <a:p>
            <a:pPr marL="0" indent="0">
              <a:buNone/>
            </a:pPr>
            <a:r>
              <a:rPr lang="nl-BE" dirty="0"/>
              <a:t>Houdt lijst bij van </a:t>
            </a:r>
            <a:r>
              <a:rPr lang="nl-BE" dirty="0" err="1"/>
              <a:t>visitedHouses</a:t>
            </a:r>
            <a:r>
              <a:rPr lang="nl-BE" dirty="0"/>
              <a:t>, dat zijn huizen die al bekeken waren en je nu niet meer hoeft te </a:t>
            </a:r>
            <a:r>
              <a:rPr lang="nl-BE" dirty="0" err="1"/>
              <a:t>visiten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177</Words>
  <Application>Microsoft Office PowerPoint</Application>
  <PresentationFormat>Breedbeeld</PresentationFormat>
  <Paragraphs>16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Chloë JONCKHEERE</cp:lastModifiedBy>
  <cp:revision>5</cp:revision>
  <dcterms:created xsi:type="dcterms:W3CDTF">2021-12-17T12:45:32Z</dcterms:created>
  <dcterms:modified xsi:type="dcterms:W3CDTF">2026-06-03T18:38:51Z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